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DD6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5F9FF"/>
                </a:solidFill>
                <a:latin typeface="Aptos"/>
              </a:defRPr>
            </a:pPr>
            <a:r>
              <a:t>SMART E-HOME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488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3DD6D0"/>
                </a:solidFill>
                <a:latin typeface="Aptos"/>
              </a:defRPr>
            </a:pPr>
            <a:r>
              <a:t>ESP32-based IoT home monitoring and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7180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7B8CC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US" dirty="0"/>
              <a:t>R. ANANDH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49808" y="3456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B8CC"/>
                </a:solidFill>
                <a:latin typeface="Aptos"/>
              </a:defRPr>
            </a:pPr>
            <a:r>
              <a:t>Final Project Presentation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0"/>
            <a:ext cx="3474720" cy="36570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6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9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46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7B8CC"/>
                </a:solidFill>
                <a:latin typeface="Aptos"/>
              </a:defRPr>
            </a:pPr>
            <a:r>
              <a:t>SMART E-HOME  • 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192024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Scattered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Home devices are controlled separately, making everyday management less convenient.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92024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Limited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84248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Users may not know the current temperature, humidity, gas status, or device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383280" cy="192024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Slow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84248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Without a connected dashboard, reacting to an unsafe or unusual condition can take longer.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6052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8E1A0"/>
                </a:solidFill>
                <a:latin typeface="Aptos"/>
              </a:defRPr>
            </a:pPr>
            <a:r>
              <a:t>Goal: build one simple interface for live monitoring and reliable device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6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9FF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46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7B8CC"/>
                </a:solidFill>
                <a:latin typeface="Aptos"/>
              </a:defRPr>
            </a:pPr>
            <a:r>
              <a:t>SMART E-HOME  •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29000" cy="173736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Demo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29718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Validates email and password before opening the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3429000" cy="1737360"/>
          </a:xfrm>
          <a:prstGeom prst="roundRect">
            <a:avLst/>
          </a:prstGeom>
          <a:solidFill>
            <a:srgbClr val="122337"/>
          </a:solidFill>
          <a:ln>
            <a:solidFill>
              <a:srgbClr val="68E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14173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8E1A0"/>
                </a:solidFill>
                <a:latin typeface="Aptos"/>
              </a:defRPr>
            </a:pPr>
            <a:r>
              <a:t>Device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892808"/>
            <a:ext cx="29718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Controls 3 lights, a buzzer, and a fan.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234440"/>
            <a:ext cx="3429000" cy="173736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4173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Group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892808"/>
            <a:ext cx="29718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Turn all devices on or off from one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3429000" cy="1737360"/>
          </a:xfrm>
          <a:prstGeom prst="roundRect">
            <a:avLst/>
          </a:prstGeom>
          <a:solidFill>
            <a:srgbClr val="122337"/>
          </a:solidFill>
          <a:ln>
            <a:solidFill>
              <a:srgbClr val="68E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8E1A0"/>
                </a:solidFill>
                <a:latin typeface="Aptos"/>
              </a:defRPr>
            </a:pPr>
            <a:r>
              <a:t>Live sensors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33088"/>
            <a:ext cx="29718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Displays temperature, humidity, and gas state.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474720"/>
            <a:ext cx="3429000" cy="173736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3657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Status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133088"/>
            <a:ext cx="29718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Shows API, MQTT, and ESP32 connectivity.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474720"/>
            <a:ext cx="3429000" cy="1737360"/>
          </a:xfrm>
          <a:prstGeom prst="roundRect">
            <a:avLst/>
          </a:prstGeom>
          <a:solidFill>
            <a:srgbClr val="122337"/>
          </a:solidFill>
          <a:ln>
            <a:solidFill>
              <a:srgbClr val="68E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3657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8E1A0"/>
                </a:solidFill>
                <a:latin typeface="Aptos"/>
              </a:defRPr>
            </a:pPr>
            <a:r>
              <a:t>Error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133088"/>
            <a:ext cx="29718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Explains offline backend, broker, or ESP32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6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9FF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46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7B8CC"/>
                </a:solidFill>
                <a:latin typeface="Aptos"/>
              </a:defRPr>
            </a:pPr>
            <a:r>
              <a:t>SMART E-HOME  •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DD6D0"/>
                </a:solidFill>
                <a:latin typeface="Aptos"/>
              </a:defRPr>
            </a:pPr>
            <a:r>
              <a:t>A web dashboard connected to an ESP32 through MQTT.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3291840" cy="205740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15768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View live temperature, humidity, gas reading, MQTT status, and ESP32 connectivity.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57400"/>
            <a:ext cx="3291840" cy="205740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15768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Turn five connected devices on or off individually, or use all-on and all-off controls.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57400"/>
            <a:ext cx="3291840" cy="205740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715768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Save sensor readings and device-function logs in PostgreSQL for later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6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9FF"/>
                </a:solidFill>
                <a:latin typeface="Aptos"/>
              </a:defRPr>
            </a:pPr>
            <a:r>
              <a:t>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46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7B8CC"/>
                </a:solidFill>
                <a:latin typeface="Aptos"/>
              </a:defRPr>
            </a:pPr>
            <a:r>
              <a:t>SMART E-HOME  •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1691640" cy="96012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9FF"/>
                </a:solidFill>
                <a:latin typeface="Aptos"/>
              </a:defRPr>
            </a:pPr>
            <a:r>
              <a:t>React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240280"/>
            <a:ext cx="1691640" cy="96012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253288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9FF"/>
                </a:solidFill>
                <a:latin typeface="Aptos"/>
              </a:defRPr>
            </a:pPr>
            <a:r>
              <a:t>Express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240280"/>
            <a:ext cx="1691640" cy="96012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49240" y="253288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9FF"/>
                </a:solidFill>
                <a:latin typeface="Aptos"/>
              </a:defRPr>
            </a:pPr>
            <a:r>
              <a:t>MQTT Broker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240280"/>
            <a:ext cx="1691640" cy="96012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253288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9FF"/>
                </a:solidFill>
                <a:latin typeface="Aptos"/>
              </a:defRPr>
            </a:pPr>
            <a:r>
              <a:t>ESP32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2240280"/>
            <a:ext cx="1691640" cy="96012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12680" y="253288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9FF"/>
                </a:solidFill>
                <a:latin typeface="Aptos"/>
              </a:defRPr>
            </a:pPr>
            <a:r>
              <a:t>Devices + Sensors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68E1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68E1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68E1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68E1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A7B8CC"/>
                </a:solidFill>
                <a:latin typeface="Aptos"/>
              </a:defRPr>
            </a:pPr>
            <a:r>
              <a:t>Commands flow to the hardware; device states and sensor data flow back to the dashboard.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8E1A0"/>
                </a:solidFill>
                <a:latin typeface="Aptos"/>
              </a:defRPr>
            </a:pPr>
            <a:r>
              <a:t>PostgreSQL stores sensor logs and function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6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9FF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46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7B8CC"/>
                </a:solidFill>
                <a:latin typeface="Aptos"/>
              </a:defRPr>
            </a:pPr>
            <a:r>
              <a:t>SMART E-HOME  • 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5257800" cy="123444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0136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React 19 • Vite • CSS • Lucide icons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143000"/>
            <a:ext cx="5257800" cy="123444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32588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0136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Node.js • Express • 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51760"/>
            <a:ext cx="5257800" cy="123444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IoT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1012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MQTT • Aedes local broker • mqtt.js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651760"/>
            <a:ext cx="5257800" cy="123444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8346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1012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ESP32 • connected devices • environmental sensors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60520"/>
            <a:ext cx="5257800" cy="123444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188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PostgreSQL • sensor logs • function 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160520"/>
            <a:ext cx="5257800" cy="1234440"/>
          </a:xfrm>
          <a:prstGeom prst="roundRect">
            <a:avLst/>
          </a:prstGeom>
          <a:solidFill>
            <a:srgbClr val="122337"/>
          </a:solidFill>
          <a:ln>
            <a:solidFill>
              <a:srgbClr val="3D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3434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D6D0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8188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9FF"/>
                </a:solidFill>
                <a:latin typeface="Aptos"/>
              </a:defRPr>
            </a:pPr>
            <a:r>
              <a:t>Frontend API URL configured with environment variables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6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9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46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7B8CC"/>
                </a:solidFill>
                <a:latin typeface="Aptos"/>
              </a:defRPr>
            </a:pPr>
            <a:r>
              <a:t>SMART E-HOME  •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F9FF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DD6D0"/>
                </a:solidFill>
                <a:latin typeface="Aptos"/>
              </a:defRPr>
            </a:pPr>
            <a:r>
              <a:t>SMART E-HOME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7B8CC"/>
                </a:solidFill>
                <a:latin typeface="Aptos"/>
              </a:defRPr>
            </a:pPr>
            <a:r>
              <a:t>A connected dashboard for safer and simpler home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4355</TotalTime>
  <Words>354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 B</cp:lastModifiedBy>
  <cp:revision>6</cp:revision>
  <dcterms:created xsi:type="dcterms:W3CDTF">2013-01-27T09:14:16Z</dcterms:created>
  <dcterms:modified xsi:type="dcterms:W3CDTF">2026-08-17T06:24:16Z</dcterms:modified>
  <cp:category/>
</cp:coreProperties>
</file>